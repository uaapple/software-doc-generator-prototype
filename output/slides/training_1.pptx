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69" r:id="rId2"/>
    <p:sldId id="256" r:id="rId3"/>
    <p:sldId id="270" r:id="rId4"/>
    <p:sldId id="257" r:id="rId5"/>
    <p:sldId id="258" r:id="rId6"/>
    <p:sldId id="259" r:id="rId7"/>
    <p:sldId id="260" r:id="rId8"/>
    <p:sldId id="268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45" autoAdjust="0"/>
    <p:restoredTop sz="94624" autoAdjust="0"/>
  </p:normalViewPr>
  <p:slideViewPr>
    <p:cSldViewPr>
      <p:cViewPr varScale="1">
        <p:scale>
          <a:sx n="116" d="100"/>
          <a:sy n="116" d="100"/>
        </p:scale>
        <p:origin x="520" y="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AF0380-762A-144F-B45E-DD9CDB235702}" type="datetimeFigureOut">
              <a:rPr kumimoji="1" lang="zh-CN" altLang="en-US" smtClean="0"/>
              <a:t>2026/4/20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60F7AB-8DB1-8747-86D0-65B8C091D5F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942554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2477BC-ECE4-C347-AAC6-07EC3EF75156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30382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</TotalTime>
  <Words>1</Words>
  <Application>Microsoft Macintosh PowerPoint</Application>
  <PresentationFormat>自定义</PresentationFormat>
  <Paragraphs>1</Paragraphs>
  <Slides>15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9" baseType="lpstr">
      <vt:lpstr>等线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NUC</dc:creator>
  <cp:lastModifiedBy>正阳 管</cp:lastModifiedBy>
  <cp:revision>3</cp:revision>
  <dcterms:created xsi:type="dcterms:W3CDTF">2006-08-16T00:00:00Z</dcterms:created>
  <dcterms:modified xsi:type="dcterms:W3CDTF">2026-04-20T05:53:04Z</dcterms:modified>
</cp:coreProperties>
</file>