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116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自定义</PresentationFormat>
  <Paragraphs>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NUC</dc:creator>
  <cp:lastModifiedBy>正阳 管</cp:lastModifiedBy>
  <cp:revision>2</cp:revision>
  <dcterms:created xsi:type="dcterms:W3CDTF">2006-08-16T00:00:00Z</dcterms:created>
  <dcterms:modified xsi:type="dcterms:W3CDTF">2026-04-19T20:54:23Z</dcterms:modified>
</cp:coreProperties>
</file>