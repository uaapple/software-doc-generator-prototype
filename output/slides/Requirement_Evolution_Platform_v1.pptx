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25" autoAdjust="0"/>
    <p:restoredTop sz="96301" autoAdjust="0"/>
  </p:normalViewPr>
  <p:slideViewPr>
    <p:cSldViewPr>
      <p:cViewPr varScale="1">
        <p:scale>
          <a:sx n="106" d="100"/>
          <a:sy n="106" d="100"/>
        </p:scale>
        <p:origin x="224" y="2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689E46-4F75-2442-A462-806C575187E1}" type="datetimeFigureOut">
              <a:rPr kumimoji="1" lang="zh-CN" altLang="en-US" smtClean="0"/>
              <a:t>2026/4/9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2477BC-ECE4-C347-AAC6-07EC3EF7515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6739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2477BC-ECE4-C347-AAC6-07EC3EF75156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038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4753</TotalTime>
  <Words>1</Words>
  <Application>Microsoft Macintosh PowerPoint</Application>
  <PresentationFormat>自定义</PresentationFormat>
  <Paragraphs>1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正阳 管</cp:lastModifiedBy>
  <cp:revision>2</cp:revision>
  <dcterms:created xsi:type="dcterms:W3CDTF">2006-08-16T00:00:00Z</dcterms:created>
  <dcterms:modified xsi:type="dcterms:W3CDTF">2026-04-09T20:12:15Z</dcterms:modified>
</cp:coreProperties>
</file>